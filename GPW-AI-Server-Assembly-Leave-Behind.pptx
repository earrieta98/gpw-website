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55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DCF9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0584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9659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Precision Works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31520" y="2514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Server Rack Assembly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31520" y="31089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Nearshore Precision Assembly for North American OEMs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2A4E64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663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gpw-solutions.com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5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OEMs Are Rethinking Server Assembly Supply Chains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OEMs building AI servers and rack-scale systems face mounting pressure from offshore manufacturing risks that directly impact delivery timelines and total cost of ownership.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37490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40280"/>
            <a:ext cx="54864" cy="1234440"/>
          </a:xfrm>
          <a:prstGeom prst="rect">
            <a:avLst/>
          </a:prstGeom>
          <a:solidFill>
            <a:srgbClr val="ED835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4231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98448" y="23774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Lead Times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98448" y="26974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8-12 week ocean freight cycles from Asia delay deployment schedules and slow time-to-market for critical infrastructure.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63440" y="2240280"/>
            <a:ext cx="37490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2240280"/>
            <a:ext cx="54864" cy="1234440"/>
          </a:xfrm>
          <a:prstGeom prst="rect">
            <a:avLst/>
          </a:prstGeom>
          <a:solidFill>
            <a:srgbClr val="ED835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4231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3774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 Exposure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321808" y="26974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301 duties of 7.5-25% on China-origin assemblies erode margins and create pricing unpredictability.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40080" y="3703320"/>
            <a:ext cx="37490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" y="3703320"/>
            <a:ext cx="54864" cy="1234440"/>
          </a:xfrm>
          <a:prstGeom prst="rect">
            <a:avLst/>
          </a:prstGeom>
          <a:solidFill>
            <a:srgbClr val="ED835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88620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98448" y="38404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Fragility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298448" y="41605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Geopolitical tensions, port congestions, and single-source dependencies create unacceptable risk for mission-critical builds.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663440" y="3703320"/>
            <a:ext cx="37490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663440" y="3703320"/>
            <a:ext cx="54864" cy="1234440"/>
          </a:xfrm>
          <a:prstGeom prst="rect">
            <a:avLst/>
          </a:prstGeom>
          <a:solidFill>
            <a:srgbClr val="ED835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88620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21808" y="38404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Timezone Misalignment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321808" y="41605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hour time differences with Asian suppliers slow engineering iterations and delay critical change orders.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GPW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5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Nearshore Assembly Partner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Precision Works (GPW) is a nearshore electromechanical assembly company headquartered in Monterrey, Mexico — engineered to deliver precision server rack builds and complex system integration for North American OEMs.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2331720"/>
            <a:ext cx="2468880" cy="1508760"/>
          </a:xfrm>
          <a:prstGeom prst="rect">
            <a:avLst/>
          </a:prstGeom>
          <a:solidFill>
            <a:srgbClr val="F5F7F6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248716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880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D83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hrs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960120" y="3291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U.S. border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road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520440" y="2331720"/>
            <a:ext cx="2468880" cy="1508760"/>
          </a:xfrm>
          <a:prstGeom prst="rect">
            <a:avLst/>
          </a:prstGeom>
          <a:solidFill>
            <a:srgbClr val="F5F7F6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48716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20440" y="2880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D83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CST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3703320" y="3291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timezone as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U.S. operations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263640" y="2331720"/>
            <a:ext cx="2468880" cy="1508760"/>
          </a:xfrm>
          <a:prstGeom prst="rect">
            <a:avLst/>
          </a:prstGeom>
          <a:solidFill>
            <a:srgbClr val="F5F7F6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487168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63640" y="2880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D83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USMCA</a:t>
            </a:r>
            <a:endParaRPr lang="en-US" sz="2600" dirty="0"/>
          </a:p>
        </p:txBody>
      </p:sp>
      <p:sp>
        <p:nvSpPr>
          <p:cNvPr id="16" name="Text 11"/>
          <p:cNvSpPr/>
          <p:nvPr/>
        </p:nvSpPr>
        <p:spPr>
          <a:xfrm>
            <a:off x="6446520" y="3291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supply chain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manufacturing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640080" y="41148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GPW specializes in complex electromechanical assembly — not board-level PCBA work. We build complete server systems: mechanical structure, component integration, cable routing, testing, and packaging — under one roof.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5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&amp; Server Rack Assembly Services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18488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5087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Rack Integration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298448" y="178308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mechanical and electrical assembly of server racks — from bare chassis to deployment-ready systems.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" y="2313432"/>
            <a:ext cx="38404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1460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98448" y="24048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 &amp; Wire Harness Assembly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298448" y="267919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cable routing, harness fabrication, and structured cabling for high-density server configurations.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40080" y="3209544"/>
            <a:ext cx="38404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410712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98448" y="330098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Build Integration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298448" y="357530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system-level assembly: mechanical enclosure + electrical + cabling + component integration + testing.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40080" y="4105656"/>
            <a:ext cx="38404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306824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98448" y="419709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Integration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298448" y="447141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Board-level component mounting onto motherboards and chassis — memory, GPUs, NICs, storage, and power modules.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754880" y="1417320"/>
            <a:ext cx="38404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618488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413248" y="15087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Loading &amp; Configuration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5413248" y="178308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Pre-load BIOS, BMC firmware, and customer-specific configurations before shipment.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4754880" y="2313432"/>
            <a:ext cx="38404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514600"/>
            <a:ext cx="347472" cy="34747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413248" y="24048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 &amp; Burn-In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5413248" y="267919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End-of-line power-on testing, thermal validation, and extended burn-in to catch early failures.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4754880" y="3209544"/>
            <a:ext cx="38404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3410712"/>
            <a:ext cx="347472" cy="34747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413248" y="330098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&amp; Logistics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5413248" y="357530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packaging for safe transit, labeling, and coordination with your logistics chain.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4754880" y="4105656"/>
            <a:ext cx="38404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4306824"/>
            <a:ext cx="347472" cy="34747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413248" y="419709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Management</a:t>
            </a:r>
            <a:endParaRPr lang="en-US" sz="1200" dirty="0"/>
          </a:p>
        </p:txBody>
      </p:sp>
      <p:sp>
        <p:nvSpPr>
          <p:cNvPr id="35" name="Text 25"/>
          <p:cNvSpPr/>
          <p:nvPr/>
        </p:nvSpPr>
        <p:spPr>
          <a:xfrm>
            <a:off x="5413248" y="447141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program manager per account — your single point of contact from RFQ to delivery.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NEARSHORING VS. ASIA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5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Nearshore Advantage for Server Assembly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7863840" cy="301752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29260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55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Offshore (Asia)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55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GPW (Monterrey)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835E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8-12 weeks (ocean freight)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weeks (ground shipping)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Timezone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12+ hour difference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timezone (CST)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Tariff Exposure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7.5-25% (Section 301)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USMCA-compliant / duty-advantaged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Visits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24+ hour travel, visa 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2-hour drive or direct flight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 Changes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to communicate, weeks to implement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Same-day response, rapid iteration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Protection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enforcement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USMCA IP protections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Email-dependent, async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Real-time, bilingual team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5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RFQ to Delivery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03020" y="1417320"/>
            <a:ext cx="548640" cy="548640"/>
          </a:xfrm>
          <a:prstGeom prst="ellipse">
            <a:avLst/>
          </a:prstGeom>
          <a:solidFill>
            <a:srgbClr val="23555A"/>
          </a:solidFill>
          <a:ln/>
        </p:spPr>
      </p:sp>
      <p:sp>
        <p:nvSpPr>
          <p:cNvPr id="5" name="Text 3"/>
          <p:cNvSpPr/>
          <p:nvPr/>
        </p:nvSpPr>
        <p:spPr>
          <a:xfrm>
            <a:off x="130302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97380" y="1691640"/>
            <a:ext cx="1508760" cy="0"/>
          </a:xfrm>
          <a:prstGeom prst="line">
            <a:avLst/>
          </a:prstGeom>
          <a:noFill/>
          <a:ln w="25400">
            <a:solidFill>
              <a:srgbClr val="ADCF91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40080" y="21488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 &amp; Assessment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BOM and specs. We respond within 48 hours with a detailed assessment and quote.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06140" y="1417320"/>
            <a:ext cx="548640" cy="548640"/>
          </a:xfrm>
          <a:prstGeom prst="ellipse">
            <a:avLst/>
          </a:prstGeom>
          <a:solidFill>
            <a:srgbClr val="23555A"/>
          </a:solidFill>
          <a:ln/>
        </p:spPr>
      </p:sp>
      <p:sp>
        <p:nvSpPr>
          <p:cNvPr id="10" name="Text 8"/>
          <p:cNvSpPr/>
          <p:nvPr/>
        </p:nvSpPr>
        <p:spPr>
          <a:xfrm>
            <a:off x="34061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00500" y="1691640"/>
            <a:ext cx="1508760" cy="0"/>
          </a:xfrm>
          <a:prstGeom prst="line">
            <a:avLst/>
          </a:prstGeom>
          <a:noFill/>
          <a:ln w="25400">
            <a:solidFill>
              <a:srgbClr val="ADCF91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2743200" y="21488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&amp; First Article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25146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your first article for validation. DFM feedback included to optimize for production.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509260" y="1417320"/>
            <a:ext cx="548640" cy="548640"/>
          </a:xfrm>
          <a:prstGeom prst="ellipse">
            <a:avLst/>
          </a:prstGeom>
          <a:solidFill>
            <a:srgbClr val="23555A"/>
          </a:solidFill>
          <a:ln/>
        </p:spPr>
      </p:sp>
      <p:sp>
        <p:nvSpPr>
          <p:cNvPr id="15" name="Text 13"/>
          <p:cNvSpPr/>
          <p:nvPr/>
        </p:nvSpPr>
        <p:spPr>
          <a:xfrm>
            <a:off x="550926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03620" y="1691640"/>
            <a:ext cx="1508760" cy="0"/>
          </a:xfrm>
          <a:prstGeom prst="line">
            <a:avLst/>
          </a:prstGeom>
          <a:noFill/>
          <a:ln w="25400">
            <a:solidFill>
              <a:srgbClr val="ADCF91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846320" y="21488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Ramp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25146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builds scale to full production volume. Dedicated program manager keeps you informed.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612380" y="1417320"/>
            <a:ext cx="548640" cy="548640"/>
          </a:xfrm>
          <a:prstGeom prst="ellipse">
            <a:avLst/>
          </a:prstGeom>
          <a:solidFill>
            <a:srgbClr val="23555A"/>
          </a:solidFill>
          <a:ln/>
        </p:spPr>
      </p:sp>
      <p:sp>
        <p:nvSpPr>
          <p:cNvPr id="20" name="Text 18"/>
          <p:cNvSpPr/>
          <p:nvPr/>
        </p:nvSpPr>
        <p:spPr>
          <a:xfrm>
            <a:off x="76123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49440" y="21488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Ship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49440" y="25146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unit goes through functional testing and burn-in. Packaged and shipped to your spec.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3977640"/>
            <a:ext cx="7863840" cy="594360"/>
          </a:xfrm>
          <a:prstGeom prst="rect">
            <a:avLst/>
          </a:prstGeom>
          <a:solidFill>
            <a:srgbClr val="23555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9776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supplier. One timezone. One accountability chain. From BOM to boxed product.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GPW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5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Complex Assembly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90472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435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Assembly-First Focus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88720" y="170992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do board-level PCBA. We specialize in what matters for server OEMs: full system integration, mechanical assembly, cable routing, and functional testing.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03704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2148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Monterrey Advantage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188720" y="24231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miles from the U.S. border. Direct flights to Austin, Dallas, Phoenix, and San Jose. Same timezone. Same business culture. USMCA-compliant.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16936"/>
            <a:ext cx="347472" cy="347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2862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Right-Sized for Your Needs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1188720" y="313639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attention without the bureaucracy of mega-EMS providers. Flexible MOQs, rapid NPI, and a program manager who knows your name.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630168"/>
            <a:ext cx="347472" cy="34747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88720" y="35753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to Production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1188720" y="384962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48-hour RFQ response. First article builds in weeks, not months. When your deployment schedule can't wait, GPW delivers.</a:t>
            </a:r>
            <a:endParaRPr lang="en-US" sz="10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343400"/>
            <a:ext cx="347472" cy="34747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88720" y="4288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Engineering-Driven Quality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1188720" y="456285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DFM reviews on every build. In-house functional testing and burn-in. Rigorous process control for zero-defect assembly.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 SERVED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5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Multi-Vertical Assembly Expertise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AI &amp; server rack assembly is our primary focus, GPW's engineering-driven approach extends across multiple industries — giving your programs access to cross-industry best practices.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874520" cy="1051560"/>
          </a:xfrm>
          <a:prstGeom prst="rect">
            <a:avLst/>
          </a:prstGeom>
          <a:solidFill>
            <a:srgbClr val="23555A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57400"/>
            <a:ext cx="1874520" cy="45720"/>
          </a:xfrm>
          <a:prstGeom prst="rect">
            <a:avLst/>
          </a:prstGeom>
          <a:solidFill>
            <a:srgbClr val="ED835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2748" y="2240280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606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Server Rack Assembly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697480" y="2057400"/>
            <a:ext cx="18745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697480" y="2057400"/>
            <a:ext cx="1874520" cy="45720"/>
          </a:xfrm>
          <a:prstGeom prst="rect">
            <a:avLst/>
          </a:prstGeom>
          <a:solidFill>
            <a:srgbClr val="ADCF9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0148" y="224028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88920" y="2606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Equipment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754880" y="2057400"/>
            <a:ext cx="18745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754880" y="2057400"/>
            <a:ext cx="1874520" cy="45720"/>
          </a:xfrm>
          <a:prstGeom prst="rect">
            <a:avLst/>
          </a:prstGeom>
          <a:solidFill>
            <a:srgbClr val="ADCF9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7548" y="2240280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46320" y="2606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Telecommunications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812280" y="2057400"/>
            <a:ext cx="18745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812280" y="2057400"/>
            <a:ext cx="1874520" cy="45720"/>
          </a:xfrm>
          <a:prstGeom prst="rect">
            <a:avLst/>
          </a:prstGeom>
          <a:solidFill>
            <a:srgbClr val="ADCF91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948" y="2240280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03720" y="2606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Devices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40080" y="3291840"/>
            <a:ext cx="18745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40080" y="3291840"/>
            <a:ext cx="1874520" cy="45720"/>
          </a:xfrm>
          <a:prstGeom prst="rect">
            <a:avLst/>
          </a:prstGeom>
          <a:solidFill>
            <a:srgbClr val="ADCF91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2748" y="3474720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1520" y="38404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Sub-Assemblies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2697480" y="3291840"/>
            <a:ext cx="18745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2697480" y="3291840"/>
            <a:ext cx="1874520" cy="45720"/>
          </a:xfrm>
          <a:prstGeom prst="rect">
            <a:avLst/>
          </a:prstGeom>
          <a:solidFill>
            <a:srgbClr val="ADCF91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0148" y="3474720"/>
            <a:ext cx="329184" cy="32918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2788920" y="38404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Sector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4754880" y="3291840"/>
            <a:ext cx="18745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4754880" y="3291840"/>
            <a:ext cx="1874520" cy="45720"/>
          </a:xfrm>
          <a:prstGeom prst="rect">
            <a:avLst/>
          </a:prstGeom>
          <a:solidFill>
            <a:srgbClr val="ADCF91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7548" y="3474720"/>
            <a:ext cx="329184" cy="32918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4846320" y="38404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Aerospace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6812280" y="3291840"/>
            <a:ext cx="18745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6812280" y="3291840"/>
            <a:ext cx="1874520" cy="45720"/>
          </a:xfrm>
          <a:prstGeom prst="rect">
            <a:avLst/>
          </a:prstGeom>
          <a:solidFill>
            <a:srgbClr val="ADCF91"/>
          </a:solidFill>
          <a:ln/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4948" y="3474720"/>
            <a:ext cx="329184" cy="329184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6903720" y="38404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Appliances &amp; White Goods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55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DCF9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BUILD?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Start with Your Next Server Program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you're nearshoring from Asia, adding a second source, or scaling a new AI server platform — GPW is engineered to deliver precision assembly on your timeline.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2560320" cy="1325880"/>
          </a:xfrm>
          <a:prstGeom prst="rect">
            <a:avLst/>
          </a:prstGeom>
          <a:solidFill>
            <a:srgbClr val="2A4E6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0632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474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Us Your RFQ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3749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BOM and specifications.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respond within 48 hours.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74720" y="2880360"/>
            <a:ext cx="2560320" cy="1325880"/>
          </a:xfrm>
          <a:prstGeom prst="rect">
            <a:avLst/>
          </a:prstGeom>
          <a:solidFill>
            <a:srgbClr val="2A4E6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30632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3474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Call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657600" y="3749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directly with our team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your program requirements.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309360" y="2880360"/>
            <a:ext cx="2560320" cy="1325880"/>
          </a:xfrm>
          <a:prstGeom prst="rect">
            <a:avLst/>
          </a:prstGeom>
          <a:solidFill>
            <a:srgbClr val="2A4E6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0632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92240" y="3474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Facility Tour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492240" y="3749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our assembly operations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firsthand in Monterrey.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2A4E64"/>
          </a:solidFill>
          <a:ln/>
        </p:spPr>
      </p:sp>
      <p:sp>
        <p:nvSpPr>
          <p:cNvPr id="19" name="Text 14"/>
          <p:cNvSpPr/>
          <p:nvPr/>
        </p:nvSpPr>
        <p:spPr>
          <a:xfrm>
            <a:off x="640080" y="4663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gpw-solutions.com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114800" y="4663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Precision Works  |  Monterrey, Mexico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GPW — AI &amp; Server Rack Assembly Services</dc:title>
  <dc:subject>PptxGenJS Presentation</dc:subject>
  <dc:creator>Global Precision Works</dc:creator>
  <cp:lastModifiedBy>Global Precision Works</cp:lastModifiedBy>
  <cp:revision>1</cp:revision>
  <dcterms:created xsi:type="dcterms:W3CDTF">2026-03-10T18:11:22Z</dcterms:created>
  <dcterms:modified xsi:type="dcterms:W3CDTF">2026-03-10T18:11:22Z</dcterms:modified>
</cp:coreProperties>
</file>