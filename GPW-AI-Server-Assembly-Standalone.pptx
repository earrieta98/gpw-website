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Precision Works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 Assembly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Nearshore Precision Assembly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North American OEMs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56032" cy="256032"/>
          </a:xfrm>
          <a:prstGeom prst="ellipse">
            <a:avLst/>
          </a:prstGeom>
          <a:solidFill>
            <a:srgbClr val="ED83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— Why Server Assembly Supply Chains Need to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 — Your Nearshore Assembly Partner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139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AI &amp; Server Rack Assembly Services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96312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4780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Scope — From Component to Complete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816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 — The Advantage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172968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Monterrey Advantage — Location &amp; Logistics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511296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493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— From RFQ to Delivery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849624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49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831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 — Our Differentiators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4169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256032" cy="256032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" y="4507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Server OEMs Are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Rethinking Their Supply Chain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 from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assembly partners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China-origin assemblies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560320" cy="219456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DC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difference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 engineering iterations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inaction: delayed deployments, eroded margins, and supply chain exposure.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at Stake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819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Lead Times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week ocean freight cycles delay deployments and slow time-to-market for critical AI infrastructure.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1732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819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&amp; Trade Risk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4068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301 duties erode margins. Geopolitical instability creates unpredictable cost structures.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83464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92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Fragility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dependencies and port congestion create risk for mission-critical server programs.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346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34640"/>
            <a:ext cx="54864" cy="1188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9923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Gaps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hour timezone differences slow engineering change orders and limit real-time collaboration.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Nearshore Assembly Partner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(GPW) is a nearshore electromechanical assembly company headquartered in Monterrey, Mexico. We specialize in precision server rack builds and complex system integration for North American OEMs.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317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U.S. border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61488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3317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61488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2898648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882896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23317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82896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USMCA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5020056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04304" y="2194560"/>
            <a:ext cx="1920240" cy="137160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233172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04304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7141464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response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008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specializes in complex electromechanical assembly — not board-level PCBA. We build complete server systems: mechanical structure, component integration, cable routing, testing, and packaging — under one roof.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Server Rack Assembly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Rack Integration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mechanical and electrical assembly of server racks — from bare chassis to deployment-ready systems.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04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&amp; Wire Harness Assembly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984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cable routing, harness fabrication, and structured cabling for high-density configurations.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107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00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Build Integration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984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system-level assembly: mechanical enclosure + electrical + cabling + component integration + testing.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0682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197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Integration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984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component mounting onto motherboards and chassis — memory, GPUs, NICs, storage, power.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14173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184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3248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Loading &amp; Config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13248" y="17830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BIOS, BMC firmware, and customer-specific configurations before shipment.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754880" y="2313432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51460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13248" y="2404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&amp; Burn-In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13248" y="26791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End-of-line power-on testing, thermal validation, and extended burn-in.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754880" y="3209544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410712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13248" y="3300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Logistics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13248" y="35753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packaging for safe transit, labeling, and coordination with your logistics chain.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754880" y="4105656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30682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13248" y="4197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5413248" y="44714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manager — your single point of contact from RFQ to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Component to Complete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 delivers turnkey server builds — handling every step of the assembly process under one roof, with full traceability and quality control at each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validation, component inspection, and organized staging for assembly.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2542032"/>
            <a:ext cx="128016" cy="1280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27632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27632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13" name="Text 10"/>
          <p:cNvSpPr/>
          <p:nvPr/>
        </p:nvSpPr>
        <p:spPr>
          <a:xfrm>
            <a:off x="1627632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00784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00784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build, rack mounting, structural integration.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2542032"/>
            <a:ext cx="128016" cy="12801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98064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98064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19" name="Text 15"/>
          <p:cNvSpPr/>
          <p:nvPr/>
        </p:nvSpPr>
        <p:spPr>
          <a:xfrm>
            <a:off x="2798064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871216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871216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distribution, cable routing, wire harness installation.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2542032"/>
            <a:ext cx="128016" cy="12801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968496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68496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5" name="Text 20"/>
          <p:cNvSpPr/>
          <p:nvPr/>
        </p:nvSpPr>
        <p:spPr>
          <a:xfrm>
            <a:off x="3968496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4041648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041648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GPU, memory, NIC, and storage installation.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542032"/>
            <a:ext cx="128016" cy="12801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138928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138928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31" name="Text 25"/>
          <p:cNvSpPr/>
          <p:nvPr/>
        </p:nvSpPr>
        <p:spPr>
          <a:xfrm>
            <a:off x="5138928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5212080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12080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BIOS, BMC, OS loading per customer specs.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542032"/>
            <a:ext cx="128016" cy="12801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09360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9360" y="2011680"/>
            <a:ext cx="1024128" cy="4572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37" name="Text 30"/>
          <p:cNvSpPr/>
          <p:nvPr/>
        </p:nvSpPr>
        <p:spPr>
          <a:xfrm>
            <a:off x="6309360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382512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Burn-In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382512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 test, thermal validation, extended burn-in.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2542032"/>
            <a:ext cx="128016" cy="12801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479792" y="2011680"/>
            <a:ext cx="1024128" cy="2331720"/>
          </a:xfrm>
          <a:prstGeom prst="rect">
            <a:avLst/>
          </a:prstGeom>
          <a:solidFill>
            <a:srgbClr val="F5F7F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479792" y="2011680"/>
            <a:ext cx="1024128" cy="45720"/>
          </a:xfrm>
          <a:prstGeom prst="rect">
            <a:avLst/>
          </a:prstGeom>
          <a:solidFill>
            <a:srgbClr val="ED835E"/>
          </a:solidFill>
          <a:ln/>
        </p:spPr>
      </p:sp>
      <p:sp>
        <p:nvSpPr>
          <p:cNvPr id="43" name="Text 35"/>
          <p:cNvSpPr/>
          <p:nvPr/>
        </p:nvSpPr>
        <p:spPr>
          <a:xfrm>
            <a:off x="7479792" y="21488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83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Text 36"/>
          <p:cNvSpPr/>
          <p:nvPr/>
        </p:nvSpPr>
        <p:spPr>
          <a:xfrm>
            <a:off x="7552944" y="251460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552944" y="3017520"/>
            <a:ext cx="877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packaging, labeling, and logistics coordination.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NEARSHORING VS. ASIA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Nearshore Advantage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(Asia)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55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GPW (Monterrey)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83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 hour difference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timezone (CST)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7.5-25% (Section 301)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USMCA-compliant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Visits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24+ hr travel, visa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2-hr drive or direct flight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communicate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USMCA protections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Email-dependent,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35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bilingual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MONTERREY ADVANTAGE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Location for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American Manufacturing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U.S. Border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20700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shipping reaches most U.S. destinations in 1-2 days.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9339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Flights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99592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Dallas, Phoenix, San Jose — easy access for your engineering team.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8288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933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19385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Timezone (CST)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784848" y="22402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with your U.S. operations. No midnight calls.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6499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USMCA Compliant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20700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Tariff-advantaged manufacturing under the U.S.-Mexico-Canada Agreement.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2900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3649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9592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Hub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99592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is Mexico's manufacturing capital — deep talent pool and supply chain ecosystem.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217920" y="3200400"/>
            <a:ext cx="2514600" cy="114300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6499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84848" y="331012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Team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784848" y="3611880"/>
            <a:ext cx="1764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Spanish fluency across all levels — no communication barriers.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RFQ to Delivery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0759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5" name="Text 3"/>
          <p:cNvSpPr/>
          <p:nvPr/>
        </p:nvSpPr>
        <p:spPr>
          <a:xfrm>
            <a:off x="130759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3852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BOM. We respond within 48 hours with assessment and quote.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8736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889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Article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article build for validation. DFM feedback included.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0527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0527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6208" y="1709928"/>
            <a:ext cx="1508760" cy="0"/>
          </a:xfrm>
          <a:prstGeom prst="line">
            <a:avLst/>
          </a:prstGeom>
          <a:noFill/>
          <a:ln w="25400">
            <a:solidFill>
              <a:srgbClr val="ADCF9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builds scale to full volume. Dedicated PM keeps you informed.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1417320"/>
            <a:ext cx="585216" cy="585216"/>
          </a:xfrm>
          <a:prstGeom prst="ellipse">
            <a:avLst/>
          </a:prstGeom>
          <a:solidFill>
            <a:srgbClr val="23555A"/>
          </a:solidFill>
          <a:ln/>
        </p:spPr>
      </p:sp>
      <p:sp>
        <p:nvSpPr>
          <p:cNvPr id="20" name="Text 18"/>
          <p:cNvSpPr/>
          <p:nvPr/>
        </p:nvSpPr>
        <p:spPr>
          <a:xfrm>
            <a:off x="7754112" y="14173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tested and burned-in. Packaged to your spec.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solidFill>
            <a:srgbClr val="2355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supplier. One timezone. One accountability chain.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Complex Assembly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04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Assembly-First Focus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709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specialize in what server OEMs need: full system integration, not board-level PCBA.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37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 Advantage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miles from the border. Direct flights to major U.S. tech hubs. Same timezone.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693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Partner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188720" y="3136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attention, flexible MOQs, rapid NPI — without mega-EMS bureaucracy.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016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Production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88720" y="3849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RFQ response. First article builds in weeks, not months.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434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188720" y="45628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reviews, in-house testing and burn-in, rigorous process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SERVED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5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Multi-Vertical Assembly Expertise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AI &amp; server rack assembly is our primary focus, GPW's engineering-driven approach extends across multiple industries.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874520" cy="1097280"/>
          </a:xfrm>
          <a:prstGeom prst="rect">
            <a:avLst/>
          </a:prstGeom>
          <a:solidFill>
            <a:srgbClr val="23555A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1874520" cy="45720"/>
          </a:xfrm>
          <a:prstGeom prst="rect">
            <a:avLst/>
          </a:prstGeom>
          <a:solidFill>
            <a:srgbClr val="ED83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1031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Server Rack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9202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210312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54880" y="19202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21031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12280" y="192024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12280" y="192024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210312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24612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748" y="342900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Sub-Assemblies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6974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697480" y="324612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0148" y="342900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7889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548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754880" y="324612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7548" y="3429000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463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812280" y="324612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812280" y="3246120"/>
            <a:ext cx="1874520" cy="45720"/>
          </a:xfrm>
          <a:prstGeom prst="rect">
            <a:avLst/>
          </a:prstGeom>
          <a:solidFill>
            <a:srgbClr val="ADCF91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948" y="3429000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5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Goods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Move Your Server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 to GPW?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025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lead times from 8-12 weeks to 1-2 weeks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1401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7.5-25% tariff exposure with USMCA compliance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2549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 in the same timezone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3697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program management — no getting lost in a queue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48456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turnkey assembly under one roof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59936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Engineering-driven quality with full traceability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5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DCF9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 with Your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Server Program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you're nearshoring from Asia, adding a second source, or scaling a new AI server platform — GPW is engineered to deliver.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Your RFQ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BOM and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respond in 48 hours.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175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our team about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880360"/>
            <a:ext cx="2560320" cy="1234440"/>
          </a:xfrm>
          <a:prstGeom prst="rect">
            <a:avLst/>
          </a:prstGeom>
          <a:solidFill>
            <a:srgbClr val="2A4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17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8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Facility Tour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92240" y="3675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our operations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Monterrey.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A4E64"/>
          </a:solidFill>
          <a:ln/>
        </p:spPr>
      </p:sp>
      <p:sp>
        <p:nvSpPr>
          <p:cNvPr id="19" name="Text 14"/>
          <p:cNvSpPr/>
          <p:nvPr/>
        </p:nvSpPr>
        <p:spPr>
          <a:xfrm>
            <a:off x="7315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gpw-solutions.com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11480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Works  |  Monterrey, Mexico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GPW — AI &amp; Server Rack Assembly | Presentation Deck</dc:title>
  <dc:subject>PptxGenJS Presentation</dc:subject>
  <dc:creator>Global Precision Works</dc:creator>
  <cp:lastModifiedBy>Global Precision Works</cp:lastModifiedBy>
  <cp:revision>1</cp:revision>
  <dcterms:created xsi:type="dcterms:W3CDTF">2026-03-10T18:21:57Z</dcterms:created>
  <dcterms:modified xsi:type="dcterms:W3CDTF">2026-03-10T18:21:57Z</dcterms:modified>
</cp:coreProperties>
</file>