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5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965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Precision Works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Electromechanical Assembly Services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Nearshore Precision Assembly for North American OEMs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A4E6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gpw-solutions.com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OEMs Are Rethinking Assembly Supply Chains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OEMs building complex electromechanical products face mounting pressure — rising domestic costs, offshore risks, and a shortage of nearshore partners capable of full system-level assembly.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54864" cy="123444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231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2377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Lead Times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98448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week ocean freight cycles from Asia delay production schedules and slow your time-to-market across every vertical.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224028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240280"/>
            <a:ext cx="54864" cy="123444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231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377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Exposure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21808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301 duties of 7.5-25% on China-origin assemblies erode margins and create pricing unpredictability.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" y="370332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703320"/>
            <a:ext cx="54864" cy="123444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862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98448" y="3840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Fragility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98448" y="4160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tensions, port congestions, and single-source dependencies create unacceptable risk for critical builds.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370332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3703320"/>
            <a:ext cx="54864" cy="123444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8862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21808" y="3840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Nearshore Options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21808" y="4160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Mexico EMS providers focus on board-level PCBA — few offer the full electromechanical assembly and system integration OEMs need.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GPW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Nearshore Assembly Partner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Precision Works (GPW) is a nearshore electromechanical assembly company headquartered in Monterrey, Mexico — built to deliver precision assembly and full system integration for North American OEMs across multiple industries.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2468880" cy="150876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4871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hrs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6012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U.S. border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road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20440" y="2331720"/>
            <a:ext cx="2468880" cy="150876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871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CST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370332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timezone 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U.S. operations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63640" y="2331720"/>
            <a:ext cx="2468880" cy="150876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48716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USMCA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644652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supply chain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manufacturing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40080" y="4114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 is assembly-first and multi-vertical. We build complete products — mechanical structure, component integration, cable routing, firmware loading, functional testing, and packaging — under one program manager who speaks your language and works your hours.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Electromechanical Assembly Services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1848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508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Build Integration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98448" y="17830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system-level assembly: mechanical enclosure + electrical + cabling + component integration + testing.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313432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146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404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&amp; Wire Harness Assembly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98448" y="26791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cable routing, harness fabrication, and structured cabling for complex electromechanical products.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" y="3209544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1071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3009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Integration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298448" y="35753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and connecting components onto boards and chassis — precision assembly across all form factors.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0080" y="4105656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0682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41970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&amp; Cabinet Assembly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98448" y="447141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enclosure builds for industrial, telecom, energy, and medical applications — racked, mounted, and tested.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754880" y="1417320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61848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13248" y="1508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Sub-Assembly &amp; Integration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413248" y="17830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Electromechanical sub-assemblies, fixtures, and modular builds — ready for integration into your final product.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754880" y="2313432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514600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13248" y="2404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&amp; QA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413248" y="26791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End-of-line testing, burn-in, and quality assurance protocols tailored to your product requirements.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754880" y="3209544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410712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413248" y="33009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&amp; Configuration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413248" y="35753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 firmware, calibrate settings, and configure systems to your specifications before shipment.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754880" y="4105656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306824"/>
            <a:ext cx="347472" cy="34747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413248" y="41970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Management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5413248" y="447141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program manager per account — your single point of contact from RFQ to ongoing production.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NEARSHORING VS. ASIA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Nearshore Advantage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301752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9260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5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Offshore (Asia)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5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GPW (Monterrey)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835E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 weeks (ocean freight)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weeks (ground shipping)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Timezone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12+ hour difference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timezone (CST)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 Exposure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7.5-25% (Section 301)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USMCA-compliant / duty-advantaged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Visits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24+ hour travel, visa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2-hour drive or direct flight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Changes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communicate, weeks to implement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Same-day response, rapid iteration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Protection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enforcement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USMCA IP protections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Email-dependent, async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Real-time, bilingual 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RFQ to Delivery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03020" y="1417320"/>
            <a:ext cx="548640" cy="548640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5" name="Text 3"/>
          <p:cNvSpPr/>
          <p:nvPr/>
        </p:nvSpPr>
        <p:spPr>
          <a:xfrm>
            <a:off x="13030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97380" y="1691640"/>
            <a:ext cx="1508760" cy="0"/>
          </a:xfrm>
          <a:prstGeom prst="line">
            <a:avLst/>
          </a:prstGeom>
          <a:noFill/>
          <a:ln w="25400">
            <a:solidFill>
              <a:srgbClr val="ADCF9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&amp; Assessment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BOM and specs. We respond within 48 hours with a detailed assessment and competitive quote.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06140" y="1417320"/>
            <a:ext cx="548640" cy="548640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10" name="Text 8"/>
          <p:cNvSpPr/>
          <p:nvPr/>
        </p:nvSpPr>
        <p:spPr>
          <a:xfrm>
            <a:off x="34061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00500" y="1691640"/>
            <a:ext cx="1508760" cy="0"/>
          </a:xfrm>
          <a:prstGeom prst="line">
            <a:avLst/>
          </a:prstGeom>
          <a:noFill/>
          <a:ln w="25400">
            <a:solidFill>
              <a:srgbClr val="ADCF9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74320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&amp; First Article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514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your first article for validation. DFM feedback included to optimize for production.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09260" y="1417320"/>
            <a:ext cx="548640" cy="548640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15" name="Text 13"/>
          <p:cNvSpPr/>
          <p:nvPr/>
        </p:nvSpPr>
        <p:spPr>
          <a:xfrm>
            <a:off x="55092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03620" y="1691640"/>
            <a:ext cx="1508760" cy="0"/>
          </a:xfrm>
          <a:prstGeom prst="line">
            <a:avLst/>
          </a:prstGeom>
          <a:noFill/>
          <a:ln w="25400">
            <a:solidFill>
              <a:srgbClr val="ADCF9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84632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Ramp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514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builds scale to full production volume. Dedicated program manager keeps you informed.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12380" y="1417320"/>
            <a:ext cx="548640" cy="548640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20" name="Text 18"/>
          <p:cNvSpPr/>
          <p:nvPr/>
        </p:nvSpPr>
        <p:spPr>
          <a:xfrm>
            <a:off x="76123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21488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Ship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2514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goes through functional testing and QA. Packaged and shipped to your spec.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supplier. One timezone. One accountability chain. From BOM to finished product.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GPW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Complex Assembly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90472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435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Assembly-First, Multi-Vertical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88720" y="1709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do board-level PCBA. We specialize in full electromechanical assembly and system integration — from industrial equipment to AI servers and everything in between.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0370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Monterrey Advantage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88720" y="24231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miles from the U.S. border. Direct flights to Austin, Dallas, Phoenix, and San Jose. Same timezone. Same business culture. USMCA-compliant.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16936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for Your Needs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188720" y="31363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attention without the bureaucracy of mega-EMS providers. Flexible MOQs, rapid NPI, and a program manager who knows your product.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30168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3575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Production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188720" y="38496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RFQ response. First article builds in weeks, not months. When your production schedule can't wait, GPW delivers.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43400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8720" y="4288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Engineering-Driven Quality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1188720" y="456285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 reviews on every build. In-house functional testing and QA. Rigorous process control for zero-defect assembly across all verticals.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SERVED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Multi-Vertical Assembly Expertise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GPW's engineering-driven approach delivers precision electromechanical assembly across diverse industries — giving your programs access to cross-industry best practices and proven processes.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5740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748" y="224028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Equipment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97480" y="20574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97480" y="205740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148" y="224028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892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54880" y="20574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205740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548" y="224028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812280" y="20574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812280" y="205740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948" y="2240280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0372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Server Racks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0080" y="329184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0080" y="329184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2748" y="3474720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" y="3840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Sub-Assemblies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697480" y="329184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2697480" y="329184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0148" y="3474720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788920" y="3840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Sector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754880" y="329184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754880" y="329184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7548" y="3474720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846320" y="3840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812280" y="329184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6812280" y="3291840"/>
            <a:ext cx="1874520" cy="45720"/>
          </a:xfrm>
          <a:prstGeom prst="rect">
            <a:avLst/>
          </a:prstGeom>
          <a:solidFill>
            <a:srgbClr val="23555A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4948" y="3474720"/>
            <a:ext cx="329184" cy="32918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903720" y="3840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&amp; White Goods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5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F9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Start with Your Next Assembly Program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you're nearshoring from Asia, adding a second source, or scaling a new product line — GPW is engineered to deliver precision electromechanical assembly on your timeline.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2560320" cy="132588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63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 Your RFQ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BOM and specifications.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respond within 48 hours.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0" y="2880360"/>
            <a:ext cx="2560320" cy="132588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0632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Call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directly with our team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your program requirements.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09360" y="2880360"/>
            <a:ext cx="2560320" cy="132588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0632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Facility Tour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9224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our assembly operations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firsthand in Monterrey.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A4E64"/>
          </a:solidFill>
          <a:ln/>
        </p:spPr>
      </p:sp>
      <p:sp>
        <p:nvSpPr>
          <p:cNvPr id="19" name="Text 14"/>
          <p:cNvSpPr/>
          <p:nvPr/>
        </p:nvSpPr>
        <p:spPr>
          <a:xfrm>
            <a:off x="64008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gpw-solutions.com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114800" y="4663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Precision Works  |  Monterrey, Mexico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GPW — Electromechanical Assembly Services</dc:title>
  <dc:subject>PptxGenJS Presentation</dc:subject>
  <dc:creator>Global Precision Works</dc:creator>
  <cp:lastModifiedBy>Global Precision Works</cp:lastModifiedBy>
  <cp:revision>1</cp:revision>
  <dcterms:created xsi:type="dcterms:W3CDTF">2026-03-10T18:49:18Z</dcterms:created>
  <dcterms:modified xsi:type="dcterms:W3CDTF">2026-03-10T18:49:18Z</dcterms:modified>
</cp:coreProperties>
</file>