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5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Precision Works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Electromechanical Assembly Services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Nearshore Precision Assembly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North American OEMs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A4E6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gpw-solutions.com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256032" cy="256032"/>
          </a:xfrm>
          <a:prstGeom prst="ellipse">
            <a:avLst/>
          </a:prstGeom>
          <a:solidFill>
            <a:srgbClr val="ED835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" y="1463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— Why Assembly Supply Chains Need to 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19656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19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801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GPW — Your Nearshore Assembly Partner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157984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7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21396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— Electromechanical Assembly Services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496312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4780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Scope — From Component to Finished Product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8163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Nearshoring vs. Asia — The Advantage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172968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3154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Monterrey Advantage — Location &amp; Logistics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511296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3493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— From RFQ to Delivery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3849624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49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3831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GPW — Our Differentiators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187952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" y="4169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Served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4526280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1560" y="45079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5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F9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OEMs Are Rethinking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Assembly Supply Chain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60320" cy="2194560"/>
          </a:xfrm>
          <a:prstGeom prst="rect">
            <a:avLst/>
          </a:prstGeom>
          <a:solidFill>
            <a:srgbClr val="2A4E6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8-12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ADC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lead time from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assembly partners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0" y="1783080"/>
            <a:ext cx="2560320" cy="2194560"/>
          </a:xfrm>
          <a:prstGeom prst="rect">
            <a:avLst/>
          </a:prstGeom>
          <a:solidFill>
            <a:srgbClr val="2A4E64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ADC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301 duties 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China-origin assemblies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783080"/>
            <a:ext cx="2560320" cy="2194560"/>
          </a:xfrm>
          <a:prstGeom prst="rect">
            <a:avLst/>
          </a:prstGeom>
          <a:solidFill>
            <a:srgbClr val="2A4E64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30936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ADC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 difference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slowing engineering iterations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inaction: delayed production, eroded margins, and vulnerable supply chains.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at Stake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" cy="118872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819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27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Lead Times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week ocean freight cycles delay production and slow time-to-market across every product vertical.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41732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417320"/>
            <a:ext cx="54864" cy="118872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8191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527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&amp; Trade Risk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4068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301 duties erode margins. Geopolitical instability creates unpredictable cost structures for offshore assembly.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283464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834640"/>
            <a:ext cx="54864" cy="118872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9923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Fragility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2588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dependencies and port congestion create unacceptable risk for critical production programs.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83464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834640"/>
            <a:ext cx="54864" cy="118872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99923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Nearshore Capability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4068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Mexico EMS providers do board-level PCBA — few offer the full electromechanical assembly OEMs actually need.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GPW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Nearshore Assembly Partner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Precision Works (GPW) is a nearshore electromechanical assembly company headquartered in Monterrey, Mexico. We deliver precision assembly and full system integration for North American OEMs — across industries from industrial equipment to AI servers.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920240" cy="137160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33172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hrs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U.S. border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61488" y="2194560"/>
            <a:ext cx="1920240" cy="137160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233172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61488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CST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2898648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timezone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882896" y="2194560"/>
            <a:ext cx="1920240" cy="137160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4" y="233172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82896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USMCA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5020056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004304" y="2194560"/>
            <a:ext cx="1920240" cy="137160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233172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04304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hrs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7141464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response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40080" y="3886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 is assembly-first and multi-vertical. We build complete products — mechanical structure, component integration, cable routing, testing, and packaging — under one roof, with one program manager who speaks your language.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Electromechanical Assembly Services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1848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508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Build Integration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98448" y="17830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system-level assembly: mechanical enclosure + electrical + cabling + component integration + testing.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313432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146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4048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&amp; Wire Harness Assembly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98448" y="26791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cable routing, harness fabrication, and structured cabling for complex electromechanical products.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" y="3209544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1071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3009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Integration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298448" y="35753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and connecting components onto boards and chassis — precision assembly across all form factors.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0080" y="4105656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0682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41970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&amp; Cabinet Assembly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98448" y="447141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enclosure builds for industrial, telecom, energy, and medical — racked, mounted, and tested.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754880" y="1417320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61848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13248" y="1508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Sub-Assembly &amp; Integration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413248" y="17830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Electromechanical sub-assemblies, fixtures, and modular builds ready for your final product.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754880" y="2313432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514600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13248" y="24048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&amp; QA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413248" y="26791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End-of-line testing, burn-in, and quality assurance protocols tailored to your requirements.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754880" y="3209544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410712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413248" y="33009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&amp; Configuration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413248" y="35753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 firmware, calibrate settings, and configure systems to spec before shipment.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754880" y="4105656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306824"/>
            <a:ext cx="347472" cy="34747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413248" y="41970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Management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5413248" y="447141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program manager — your single point of contact from RFQ to delivery.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Component to Finished Product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 delivers turnkey electromechanical assembly — handling every step of the process under one roof, with full traceability and quality control at each stage.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024128" cy="233172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11680"/>
            <a:ext cx="1024128" cy="4572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488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251460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3017520"/>
            <a:ext cx="877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validation, component inspection, organized staging.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472" y="2542032"/>
            <a:ext cx="128016" cy="1280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627632" y="2011680"/>
            <a:ext cx="1024128" cy="233172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627632" y="2011680"/>
            <a:ext cx="1024128" cy="4572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13" name="Text 10"/>
          <p:cNvSpPr/>
          <p:nvPr/>
        </p:nvSpPr>
        <p:spPr>
          <a:xfrm>
            <a:off x="1627632" y="21488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700784" y="251460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700784" y="3017520"/>
            <a:ext cx="877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 build, enclosure mounting, structural work.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2542032"/>
            <a:ext cx="128016" cy="12801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798064" y="2011680"/>
            <a:ext cx="1024128" cy="233172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98064" y="2011680"/>
            <a:ext cx="1024128" cy="4572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19" name="Text 15"/>
          <p:cNvSpPr/>
          <p:nvPr/>
        </p:nvSpPr>
        <p:spPr>
          <a:xfrm>
            <a:off x="2798064" y="21488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2871216" y="251460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871216" y="3017520"/>
            <a:ext cx="877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distribution, cable routing, wire harness install.</a:t>
            </a:r>
            <a:endParaRPr lang="en-US" sz="9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336" y="2542032"/>
            <a:ext cx="128016" cy="12801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968496" y="2011680"/>
            <a:ext cx="1024128" cy="233172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968496" y="2011680"/>
            <a:ext cx="1024128" cy="4572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25" name="Text 20"/>
          <p:cNvSpPr/>
          <p:nvPr/>
        </p:nvSpPr>
        <p:spPr>
          <a:xfrm>
            <a:off x="3968496" y="21488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4041648" y="251460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041648" y="3017520"/>
            <a:ext cx="877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mounting, connectors, modules.</a:t>
            </a:r>
            <a:endParaRPr lang="en-US" sz="9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542032"/>
            <a:ext cx="128016" cy="128016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138928" y="2011680"/>
            <a:ext cx="1024128" cy="233172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138928" y="2011680"/>
            <a:ext cx="1024128" cy="4572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31" name="Text 25"/>
          <p:cNvSpPr/>
          <p:nvPr/>
        </p:nvSpPr>
        <p:spPr>
          <a:xfrm>
            <a:off x="5138928" y="21488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26"/>
          <p:cNvSpPr/>
          <p:nvPr/>
        </p:nvSpPr>
        <p:spPr>
          <a:xfrm>
            <a:off x="5212080" y="251460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212080" y="3017520"/>
            <a:ext cx="877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loading, calibration per customer specs.</a:t>
            </a:r>
            <a:endParaRPr lang="en-US" sz="9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542032"/>
            <a:ext cx="128016" cy="128016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309360" y="2011680"/>
            <a:ext cx="1024128" cy="233172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309360" y="2011680"/>
            <a:ext cx="1024128" cy="4572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37" name="Text 30"/>
          <p:cNvSpPr/>
          <p:nvPr/>
        </p:nvSpPr>
        <p:spPr>
          <a:xfrm>
            <a:off x="6309360" y="21488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1"/>
          <p:cNvSpPr/>
          <p:nvPr/>
        </p:nvSpPr>
        <p:spPr>
          <a:xfrm>
            <a:off x="6382512" y="251460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6382512" y="3017520"/>
            <a:ext cx="877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test, burn-in, quality assurance.</a:t>
            </a:r>
            <a:endParaRPr lang="en-US" sz="9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632" y="2542032"/>
            <a:ext cx="128016" cy="128016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7479792" y="2011680"/>
            <a:ext cx="1024128" cy="233172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7479792" y="2011680"/>
            <a:ext cx="1024128" cy="45720"/>
          </a:xfrm>
          <a:prstGeom prst="rect">
            <a:avLst/>
          </a:prstGeom>
          <a:solidFill>
            <a:srgbClr val="ED835E"/>
          </a:solidFill>
          <a:ln/>
        </p:spPr>
      </p:sp>
      <p:sp>
        <p:nvSpPr>
          <p:cNvPr id="43" name="Text 35"/>
          <p:cNvSpPr/>
          <p:nvPr/>
        </p:nvSpPr>
        <p:spPr>
          <a:xfrm>
            <a:off x="7479792" y="21488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4" name="Text 36"/>
          <p:cNvSpPr/>
          <p:nvPr/>
        </p:nvSpPr>
        <p:spPr>
          <a:xfrm>
            <a:off x="7552944" y="251460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7552944" y="3017520"/>
            <a:ext cx="877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packaging, labeling, logistics coordination.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NEARSHORING VS. ASIA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Nearshore Advantage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5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Offshore (Asia)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5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GPW (Monterrey)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83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Timezone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12+ hour difference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timezone (CST)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7.5-25% (Section 301)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USMCA-compliant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Visits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24+ hr travel, visa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2-hr drive or direct flight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communicate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Same-day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enforcement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USMCA protections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Email-dependent, async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Real-time, bilingual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5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F9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MONTERREY ADVANTAGE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Location for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 American Manufacturing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14600" cy="114300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933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93852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Miles from U.S. Border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207008" y="224028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shipping reaches most U.S. destinations in 1-2 days.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1828800"/>
            <a:ext cx="2514600" cy="114300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99339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95928" y="193852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Flights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995928" y="224028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Austin, Dallas, Phoenix, San Jose — easy access for your team.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1828800"/>
            <a:ext cx="2514600" cy="114300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9339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84848" y="193852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Timezone (CST)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784848" y="224028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 with your U.S. operations. No midnight calls.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" y="3200400"/>
            <a:ext cx="2514600" cy="114300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6499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07008" y="331012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USMCA Compliant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207008" y="361188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Tariff-advantaged manufacturing under the U.S.-Mexico-Canada Agreement.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429000" y="3200400"/>
            <a:ext cx="2514600" cy="114300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364992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95928" y="331012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Capital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3995928" y="361188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Monterrey's deep talent pool and industrial supply chain ecosystem.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217920" y="3200400"/>
            <a:ext cx="2514600" cy="114300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64992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84848" y="331012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Team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6784848" y="361188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Spanish fluency across all levels — no communication barriers.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RFQ to Delivery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07592" y="1417320"/>
            <a:ext cx="585216" cy="585216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5" name="Text 3"/>
          <p:cNvSpPr/>
          <p:nvPr/>
        </p:nvSpPr>
        <p:spPr>
          <a:xfrm>
            <a:off x="1307592" y="1417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938528" y="1709928"/>
            <a:ext cx="1508760" cy="0"/>
          </a:xfrm>
          <a:prstGeom prst="line">
            <a:avLst/>
          </a:prstGeom>
          <a:noFill/>
          <a:ln w="25400">
            <a:solidFill>
              <a:srgbClr val="ADCF9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BOM. We respond within 48 hours with assessment and quote.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417320"/>
            <a:ext cx="585216" cy="585216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417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1508760" cy="0"/>
          </a:xfrm>
          <a:prstGeom prst="line">
            <a:avLst/>
          </a:prstGeom>
          <a:noFill/>
          <a:ln w="25400">
            <a:solidFill>
              <a:srgbClr val="ADCF9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78892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Article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article build for validation. DFM feedback included.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05272" y="1417320"/>
            <a:ext cx="585216" cy="585216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15" name="Text 13"/>
          <p:cNvSpPr/>
          <p:nvPr/>
        </p:nvSpPr>
        <p:spPr>
          <a:xfrm>
            <a:off x="5605272" y="1417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36208" y="1709928"/>
            <a:ext cx="1508760" cy="0"/>
          </a:xfrm>
          <a:prstGeom prst="line">
            <a:avLst/>
          </a:prstGeom>
          <a:noFill/>
          <a:ln w="25400">
            <a:solidFill>
              <a:srgbClr val="ADCF9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93776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builds scale to full volume. Dedicated PM keeps you informed.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54112" y="1417320"/>
            <a:ext cx="585216" cy="585216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20" name="Text 18"/>
          <p:cNvSpPr/>
          <p:nvPr/>
        </p:nvSpPr>
        <p:spPr>
          <a:xfrm>
            <a:off x="7754112" y="1417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8660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tested. Packaged to your spec.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supplier. One timezone. One accountability chain.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GPW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Complex Assembly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90472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435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Assembly-First, Multi-Vertical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88720" y="1709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specialize in full electromechanical assembly and system integration — not board-level PCBA.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0370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Monterrey Advantage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8872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miles from the border. Direct flights to major U.S. hubs. Same timezone. USMCA-compliant.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16936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Partner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188720" y="31363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attention, flexible MOQs, rapid NPI — without mega-EMS bureaucracy.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30168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3575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Production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188720" y="3849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RFQ response. First article builds in weeks, not months.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43400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8720" y="4288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Engineering-Driven Quality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1188720" y="45628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 reviews, in-house testing and QA, rigorous process control across all verticals.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SERVED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Multi-Vertical Assembly Expertise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GPW's engineering-driven approach delivers precision electromechanical assembly across diverse industries.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748" y="21031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97480" y="192024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97480" y="192024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148" y="210312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892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54880" y="192024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192024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548" y="210312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812280" y="192024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812280" y="192024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948" y="2103120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0372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0080" y="324612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0080" y="324612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2748" y="3429000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Sub-Assemblies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697480" y="324612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2697480" y="324612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0148" y="3429000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78892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754880" y="324612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754880" y="324612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7548" y="3429000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84632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812280" y="324612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6812280" y="324612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4948" y="3429000"/>
            <a:ext cx="329184" cy="32918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90372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Goods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5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F9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Move Your Assembly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GPW?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0253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65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lead times from 8-12 weeks to 1-2 weeks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1401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7.5-25% tariff exposure with USMCA compliance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2549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788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 in the same timezone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36976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200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program management — no getting lost in a queue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648456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turnkey assembly under one roof — across industries</a:t>
            </a:r>
            <a:endParaRPr lang="en-US" sz="15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059936"/>
            <a:ext cx="256032" cy="2560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3444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Engineering-driven quality with full traceability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5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F9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Start with Your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Assembly Program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you're nearshoring from Asia, adding a second source, or scaling a new product line — GPW is engineered to deliver precision electromechanical assembly on your timeline.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2560320" cy="123444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175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 Your RFQ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6758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BOM and specs.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respond in 48 hours.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0" y="2880360"/>
            <a:ext cx="2560320" cy="123444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0175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Call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0" y="36758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our team about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 requirements.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2880360"/>
            <a:ext cx="2560320" cy="123444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0175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Facility Tour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92240" y="36758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our operations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Monterrey.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A4E64"/>
          </a:solidFill>
          <a:ln/>
        </p:spPr>
      </p:sp>
      <p:sp>
        <p:nvSpPr>
          <p:cNvPr id="19" name="Text 14"/>
          <p:cNvSpPr/>
          <p:nvPr/>
        </p:nvSpPr>
        <p:spPr>
          <a:xfrm>
            <a:off x="73152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gpw-solutions.com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114800" y="4663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Precision Works  |  Monterrey, Mexico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GPW — Electromechanical Assembly Services | Presentation Deck</dc:title>
  <dc:subject>PptxGenJS Presentation</dc:subject>
  <dc:creator>Global Precision Works</dc:creator>
  <cp:lastModifiedBy>Global Precision Works</cp:lastModifiedBy>
  <cp:revision>1</cp:revision>
  <dcterms:created xsi:type="dcterms:W3CDTF">2026-03-10T18:52:17Z</dcterms:created>
  <dcterms:modified xsi:type="dcterms:W3CDTF">2026-03-10T18:52:17Z</dcterms:modified>
</cp:coreProperties>
</file>